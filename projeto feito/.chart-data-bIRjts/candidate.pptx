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76b8d3554e4e6d" /><Relationship Type="http://schemas.openxmlformats.org/officeDocument/2006/relationships/extended-properties" Target="/docProps/app.xml" Id="Rb12e2ffcff4a4e1a" /><Relationship Type="http://schemas.openxmlformats.org/officeDocument/2006/relationships/officeDocument" Target="/ppt/presentation.xml" Id="R612085d417bc4136" /></Relationships>
</file>

<file path=ppt/presentation.xml><?xml version="1.0" encoding="utf-8"?>
<p:presentation xmlns:p="http://schemas.openxmlformats.org/presentationml/2006/main">
  <p:sldMasterIdLst>
    <p:sldMasterId xmlns:r="http://schemas.openxmlformats.org/officeDocument/2006/relationships" id="2147483648" r:id="Rc503c90f0da5426b"/>
  </p:sldMasterIdLst>
  <p:notesMasterIdLst>
    <p:notesMasterId xmlns:r="http://schemas.openxmlformats.org/officeDocument/2006/relationships" r:id="R6a82e3cae5214936"/>
  </p:notesMasterIdLst>
  <p:sldIdLst>
    <p:sldId xmlns:r="http://schemas.openxmlformats.org/officeDocument/2006/relationships" id="256" r:id="R858d669dd33947fd"/>
    <p:sldId xmlns:r="http://schemas.openxmlformats.org/officeDocument/2006/relationships" id="257" r:id="R663a3885bbda4176"/>
    <p:sldId xmlns:r="http://schemas.openxmlformats.org/officeDocument/2006/relationships" id="258" r:id="R65d0fce7e2b24a75"/>
    <p:sldId xmlns:r="http://schemas.openxmlformats.org/officeDocument/2006/relationships" id="259" r:id="R1dab060d643a4319"/>
    <p:sldId xmlns:r="http://schemas.openxmlformats.org/officeDocument/2006/relationships" id="260" r:id="Rd8f875814f5844b6"/>
    <p:sldId xmlns:r="http://schemas.openxmlformats.org/officeDocument/2006/relationships" id="261" r:id="Rfecc1b321c34495d"/>
    <p:sldId xmlns:r="http://schemas.openxmlformats.org/officeDocument/2006/relationships" id="262" r:id="R09899c89248c4653"/>
    <p:sldId xmlns:r="http://schemas.openxmlformats.org/officeDocument/2006/relationships" id="263" r:id="R557e02ddaf7a4ccf"/>
    <p:sldId xmlns:r="http://schemas.openxmlformats.org/officeDocument/2006/relationships" id="264" r:id="R4d91d957cf8547f5"/>
    <p:sldId xmlns:r="http://schemas.openxmlformats.org/officeDocument/2006/relationships" id="265" r:id="Rca70dbf2d18b43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49526e3b764897" /><Relationship Type="http://schemas.openxmlformats.org/officeDocument/2006/relationships/slideMaster" Target="/ppt/slideMasters/slideMaster1.xml" Id="Rc503c90f0da5426b" /><Relationship Type="http://schemas.openxmlformats.org/officeDocument/2006/relationships/notesMaster" Target="/ppt/notesMasters/notesMaster1.xml" Id="R6a82e3cae5214936" /><Relationship Type="http://schemas.openxmlformats.org/officeDocument/2006/relationships/presProps" Target="/ppt/presProps.xml" Id="R794820599a074f79" /><Relationship Type="http://schemas.openxmlformats.org/officeDocument/2006/relationships/tableStyles" Target="/ppt/tableStyles.xml" Id="Rcc97e010c5d04641" /><Relationship Type="http://schemas.openxmlformats.org/officeDocument/2006/relationships/slide" Target="/ppt/slides/slide1.xml" Id="R858d669dd33947fd" /><Relationship Type="http://schemas.openxmlformats.org/officeDocument/2006/relationships/slide" Target="/ppt/slides/slide2.xml" Id="R663a3885bbda4176" /><Relationship Type="http://schemas.openxmlformats.org/officeDocument/2006/relationships/slide" Target="/ppt/slides/slide3.xml" Id="R65d0fce7e2b24a75" /><Relationship Type="http://schemas.openxmlformats.org/officeDocument/2006/relationships/slide" Target="/ppt/slides/slide4.xml" Id="R1dab060d643a4319" /><Relationship Type="http://schemas.openxmlformats.org/officeDocument/2006/relationships/slide" Target="/ppt/slides/slide5.xml" Id="Rd8f875814f5844b6" /><Relationship Type="http://schemas.openxmlformats.org/officeDocument/2006/relationships/slide" Target="/ppt/slides/slide6.xml" Id="Rfecc1b321c34495d" /><Relationship Type="http://schemas.openxmlformats.org/officeDocument/2006/relationships/slide" Target="/ppt/slides/slide7.xml" Id="R09899c89248c4653" /><Relationship Type="http://schemas.openxmlformats.org/officeDocument/2006/relationships/slide" Target="/ppt/slides/slide8.xml" Id="R557e02ddaf7a4ccf" /><Relationship Type="http://schemas.openxmlformats.org/officeDocument/2006/relationships/slide" Target="/ppt/slides/slide9.xml" Id="R4d91d957cf8547f5" /><Relationship Type="http://schemas.openxmlformats.org/officeDocument/2006/relationships/slide" Target="/ppt/slides/slide10.xml" Id="Rca70dbf2d18b43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db16fd2b354e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0176ef9c514567" /><Relationship Type="http://schemas.openxmlformats.org/officeDocument/2006/relationships/notesMaster" Target="/ppt/notesMasters/notesMaster1.xml" Id="R4c2a191b13e642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bb9892cff543bd" /><Relationship Type="http://schemas.openxmlformats.org/officeDocument/2006/relationships/notesMaster" Target="/ppt/notesMasters/notesMaster1.xml" Id="R61b09bd823b04c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32b0027b57446f" /><Relationship Type="http://schemas.openxmlformats.org/officeDocument/2006/relationships/notesMaster" Target="/ppt/notesMasters/notesMaster1.xml" Id="R1bc293c0c2a244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a45f83a6a4809" /><Relationship Type="http://schemas.openxmlformats.org/officeDocument/2006/relationships/notesMaster" Target="/ppt/notesMasters/notesMaster1.xml" Id="R88581c18155a4a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60e66f57914053" /><Relationship Type="http://schemas.openxmlformats.org/officeDocument/2006/relationships/notesMaster" Target="/ppt/notesMasters/notesMaster1.xml" Id="Rc1745a4cc5bc43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e8ae053ec34f93" /><Relationship Type="http://schemas.openxmlformats.org/officeDocument/2006/relationships/notesMaster" Target="/ppt/notesMasters/notesMaster1.xml" Id="Rb2da02cd419840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83a9b150b84ee2" /><Relationship Type="http://schemas.openxmlformats.org/officeDocument/2006/relationships/notesMaster" Target="/ppt/notesMasters/notesMaster1.xml" Id="R8733e4a5b3de4a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e3ee25a8b941a5" /><Relationship Type="http://schemas.openxmlformats.org/officeDocument/2006/relationships/notesMaster" Target="/ppt/notesMasters/notesMaster1.xml" Id="R4535b32980204a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f0a6db16554880" /><Relationship Type="http://schemas.openxmlformats.org/officeDocument/2006/relationships/notesMaster" Target="/ppt/notesMasters/notesMaster1.xml" Id="R5e7a0c6f1b1b47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29c423b5ac48fd" /><Relationship Type="http://schemas.openxmlformats.org/officeDocument/2006/relationships/notesMaster" Target="/ppt/notesMasters/notesMaster1.xml" Id="R68b74d2d0a074c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90e995dfe40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fb867a89394c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743ee529e54a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8c34d4ec7846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23e7abe1694e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640483f2aa40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E29A1B-806E-404A-B1EC-2D48B088ED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61B959-2060-4A53-B398-4F84D053A5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D72DE7-67B4-4BE5-B3ED-BF6FA3BF96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8B5BE0-AF62-4972-961C-ED612EA786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B4B579-5735-4D8E-9476-BF13E69297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D2906BC-2A9B-45D1-AEE7-A408E5CA4D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6614E5-2258-4425-97E0-AF11DDACEA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B8F6DD-809C-4D80-9AF8-151A6D3E60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CD0442-276C-424C-88A6-FCDC6A9810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8828D5-5898-4FFB-91C0-F131255001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69661b775f41de" /><Relationship Type="http://schemas.openxmlformats.org/officeDocument/2006/relationships/slideLayout" Target="/ppt/slideLayouts/slideLayout1.xml" Id="R56fcbbb1483548af" /><Relationship Type="http://schemas.openxmlformats.org/officeDocument/2006/relationships/slideLayout" Target="/ppt/slideLayouts/slideLayout2.xml" Id="Rfeff143f14744699" /><Relationship Type="http://schemas.openxmlformats.org/officeDocument/2006/relationships/slideLayout" Target="/ppt/slideLayouts/slideLayout3.xml" Id="R6073f0cfeb9d444a" /><Relationship Type="http://schemas.openxmlformats.org/officeDocument/2006/relationships/slideLayout" Target="/ppt/slideLayouts/slideLayout4.xml" Id="R72acc2c1f82c4416" /><Relationship Type="http://schemas.openxmlformats.org/officeDocument/2006/relationships/slideLayout" Target="/ppt/slideLayouts/slideLayout5.xml" Id="R826bcfd290984f5f" /><Relationship Type="http://schemas.openxmlformats.org/officeDocument/2006/relationships/slideLayout" Target="/ppt/slideLayouts/slideLayout6.xml" Id="R8337cdc39c6845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fcbbb1483548af"/>
    <p:sldLayoutId xmlns:r="http://schemas.openxmlformats.org/officeDocument/2006/relationships" id="2147483650" r:id="Rfeff143f14744699"/>
    <p:sldLayoutId xmlns:r="http://schemas.openxmlformats.org/officeDocument/2006/relationships" id="2147483651" r:id="R6073f0cfeb9d444a"/>
    <p:sldLayoutId xmlns:r="http://schemas.openxmlformats.org/officeDocument/2006/relationships" id="2147483652" r:id="R72acc2c1f82c4416"/>
    <p:sldLayoutId xmlns:r="http://schemas.openxmlformats.org/officeDocument/2006/relationships" id="2147483653" r:id="R826bcfd290984f5f"/>
    <p:sldLayoutId xmlns:r="http://schemas.openxmlformats.org/officeDocument/2006/relationships" id="2147483654" r:id="R8337cdc39c6845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957a103c1c497e" /><Relationship Type="http://schemas.openxmlformats.org/officeDocument/2006/relationships/notesSlide" Target="/ppt/notesSlides/notesSlide1.xml" Id="Re560b0fa6d104d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6acd08a9274937" /><Relationship Type="http://schemas.openxmlformats.org/officeDocument/2006/relationships/notesSlide" Target="/ppt/notesSlides/notesSlide2.xml" Id="R60294c17034848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8868fc745145de" /><Relationship Type="http://schemas.openxmlformats.org/officeDocument/2006/relationships/image" Target="/ppt/media/image.png" Id="R3a01fe0795a1438d" /><Relationship Type="http://schemas.openxmlformats.org/officeDocument/2006/relationships/notesSlide" Target="/ppt/notesSlides/notesSlide3.xml" Id="R14746a35ceb14c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69643148f340da" /><Relationship Type="http://schemas.openxmlformats.org/officeDocument/2006/relationships/notesSlide" Target="/ppt/notesSlides/notesSlide4.xml" Id="Rb8b87ea10e2e4a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dc7d9bb4be4419" /><Relationship Type="http://schemas.openxmlformats.org/officeDocument/2006/relationships/notesSlide" Target="/ppt/notesSlides/notesSlide5.xml" Id="Rae0ecf441a374d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0d6638417740d2" /><Relationship Type="http://schemas.openxmlformats.org/officeDocument/2006/relationships/notesSlide" Target="/ppt/notesSlides/notesSlide6.xml" Id="R623271b74fd548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c37d7e11254bfe" /><Relationship Type="http://schemas.openxmlformats.org/officeDocument/2006/relationships/chart" Target="/ppt/slides/charts/chart1.xml" Id="R3ec7af3cf2384115" /><Relationship Type="http://schemas.openxmlformats.org/officeDocument/2006/relationships/notesSlide" Target="/ppt/notesSlides/notesSlide7.xml" Id="R562b977b3de14a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e82404f5e54cfa" /><Relationship Type="http://schemas.openxmlformats.org/officeDocument/2006/relationships/chart" Target="/ppt/slides/charts/chart2.xml" Id="R3607c33a6ad24b7f" /><Relationship Type="http://schemas.openxmlformats.org/officeDocument/2006/relationships/chart" Target="/ppt/slides/charts/chart3.xml" Id="R1726a744b5534e61" /><Relationship Type="http://schemas.openxmlformats.org/officeDocument/2006/relationships/notesSlide" Target="/ppt/notesSlides/notesSlide8.xml" Id="R87840f7574c44c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d7f371895a480b" /><Relationship Type="http://schemas.openxmlformats.org/officeDocument/2006/relationships/image" Target="/ppt/media/image2.png" Id="R62bc8cd2bd54423b" /><Relationship Type="http://schemas.openxmlformats.org/officeDocument/2006/relationships/notesSlide" Target="/ppt/notesSlides/notesSlide9.xml" Id="R70595d306d0d4c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11da159c5b4b02" /><Relationship Type="http://schemas.openxmlformats.org/officeDocument/2006/relationships/notesSlide" Target="/ppt/notesSlides/notesSlide10.xml" Id="Rcc7f4a4998a54c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0.02765</c:v>
                </c:pt>
                <c:pt idx="1">
                  <c:v>0.714286</c:v>
                </c:pt>
                <c:pt idx="2">
                  <c:v>0.737327</c:v>
                </c:pt>
                <c:pt idx="3">
                  <c:v>0.774194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810BA8-0859-44A0-ADBF-18F497B3F69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B5C67863-1E5C-4A76-ABDC-C78CD944F6DB}"/>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2991BF73-2F23-4FF7-8AF8-9B06D7EC834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8AA706D3-FFA7-4AC3-933F-391A8C8F1A5D}"/>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892DAA84-B291-4AC5-9DE4-BB79C8771E25}"/>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14658731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437B00-AAB2-40A4-A8A8-7BA68A895E0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0FDB18C2-FF94-4E83-8C97-0841FA353A9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11A2C30B-406A-426F-B8A0-3876BB5AEA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99664293-DD1D-4856-AC91-8AF7CA39F971}"/>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4D0F8978-86BE-487F-B7A6-6CAAE95C0077}"/>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A3F029BA-81ED-4C6F-BD13-EF75CC475415}"/>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C3B72765-FE46-42A4-B5E4-3E0371F737EF}"/>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94ACD895-AC77-417D-BA35-AEAAFF7BD807}"/>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4B903693-8854-4E9E-9072-A186FD8BD59D}"/>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4859851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419D07-9C50-42C6-8392-17CA8CE4CFF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D4C280DA-25ED-4039-A555-9F138D4A7F61}"/>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A667A2BF-B5E0-456E-BFB6-233A72B786F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D4741F4A-9A47-4536-9FC3-9C0A6DA8B85F}"/>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6F11DFBC-D99B-405C-9028-C055CB0614A9}"/>
              </a:ext>
            </a:extLst>
          </p:cNvPr>
          <p:cNvPicPr>
            <a:picLocks xmlns:a="http://schemas.openxmlformats.org/drawingml/2006/main" noChangeAspect="1"/>
          </p:cNvPicPr>
          <p:nvPr/>
        </p:nvPicPr>
        <p:blipFill>
          <a:blip xmlns:r="http://schemas.openxmlformats.org/officeDocument/2006/relationships" xmlns:a="http://schemas.openxmlformats.org/drawingml/2006/main" r:embed="R3a01fe0795a1438d"/>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2038030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A4DF53-B6D3-4BD7-B411-D7CE0CABEBD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F4750354-1F94-4F6D-B205-7D486C44235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3404EC28-D9E6-46FA-82A8-7A2B0685A6B5}"/>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2C6B1A5F-A644-49B8-8D67-9993582D9F41}"/>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1FD11B93-3B91-40A2-901A-07ED9A3EF1A5}"/>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EC46AD8-D258-4610-B8FE-1AA6CC7F1E7E}"/>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3036866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6496D9-26CE-480C-AF19-A9714621B7C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10C7F56D-4BF9-44FF-89A6-8C6BE8157C5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A1BC89AD-B2C1-4337-B2E2-E921B2214315}"/>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A63DBA7F-0BC1-433E-866C-69562C19207A}"/>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672A31E4-666A-4099-BD39-294EFE15AA83}"/>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11800905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2278C8-8A6C-40CB-9610-15574BB2446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526352E6-A59E-4DA7-8CF0-CFA816427A54}"/>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E13ECF2F-77CB-4583-81A7-A7D3780817B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636B41F9-A2CE-41C5-A2F1-DAAD9E97122C}"/>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809D8542-02E9-4631-8E71-FAD52CF6BAA1}"/>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20AF13B9-4AC7-4CCA-B046-C0E0B83AC39A}"/>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0C2A211E-BC7D-4C79-9F52-D3264904761B}"/>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1373288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4D6027-6BB6-405B-A36F-3353490D907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C02B884D-8FDB-4817-AE99-D61116E78A7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828FCF21-D941-4227-879C-32FDC56D5CC4}"/>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510622B8-8261-42B7-81DB-1383441D9C28}"/>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3ec7af3cf2384115"/>
          </a:graphicData>
        </a:graphic>
      </p:graphicFrame>
      <p:sp>
        <p:nvSpPr>
          <p:cNvPr id="5" name="">
            <a:extLst xmlns:a="http://schemas.openxmlformats.org/drawingml/2006/main">
              <a:ext uri="{FF2B5EF4-FFF2-40B4-BE49-F238E27FC236}">
                <a16:creationId xmlns:a16="http://schemas.microsoft.com/office/drawing/2014/main" id="{8FB6906F-9769-426C-9E13-55BABAF07676}"/>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16385420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65F67F-EDCF-496C-9EBA-7D1DD104CA3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4C6FF8DC-7D66-4E79-9814-5CEC3D0825EA}"/>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20CA9977-5873-4B6C-A5D0-852F502A901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CC828160-3022-4AC9-A0DB-667FB65E5F85}"/>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3607c33a6ad24b7f"/>
          </a:graphicData>
        </a:graphic>
      </p:graphicFrame>
      <p:graphicFrame>
        <p:nvGraphicFramePr>
          <p:cNvPr id="5" name="Chart">
            <a:extLst xmlns:a="http://schemas.openxmlformats.org/drawingml/2006/main">
              <a:ext uri="{FF2B5EF4-FFF2-40B4-BE49-F238E27FC236}">
                <a16:creationId xmlns:a16="http://schemas.microsoft.com/office/drawing/2014/main" id="{E13FC8A6-284F-429C-8F9E-0228B0445AE7}"/>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1726a744b5534e61"/>
          </a:graphicData>
        </a:graphic>
      </p:graphicFrame>
      <p:sp>
        <p:nvSpPr>
          <p:cNvPr id="6" name="">
            <a:extLst xmlns:a="http://schemas.openxmlformats.org/drawingml/2006/main">
              <a:ext uri="{FF2B5EF4-FFF2-40B4-BE49-F238E27FC236}">
                <a16:creationId xmlns:a16="http://schemas.microsoft.com/office/drawing/2014/main" id="{8A7E5436-BD02-4505-96AC-F3BB4296BF9D}"/>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3180921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0D7436-D044-451C-8EC4-C08D7D035EC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50175821-4498-45EE-BD41-AD00C8E4813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12054E35-73F0-4507-B7B8-4DAB376CDB6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4B94BA92-0283-4A49-9C38-52EE5DA88FAA}"/>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4662DB02-6D25-4136-B698-A52C0F82ED92}"/>
              </a:ext>
            </a:extLst>
          </p:cNvPr>
          <p:cNvPicPr>
            <a:picLocks xmlns:a="http://schemas.openxmlformats.org/drawingml/2006/main" noChangeAspect="1"/>
          </p:cNvPicPr>
          <p:nvPr/>
        </p:nvPicPr>
        <p:blipFill>
          <a:blip xmlns:r="http://schemas.openxmlformats.org/officeDocument/2006/relationships" xmlns:a="http://schemas.openxmlformats.org/drawingml/2006/main" r:embed="R62bc8cd2bd54423b"/>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B8C275-F857-4BDA-A0F9-394FDEDEC2B8}"/>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115893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44C37-A1F6-42CA-9DA6-B0A58E24D8A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AAB54798-B00A-435C-B6D7-E39AB0F6585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D6B78185-3908-4291-8119-5E463F5B3EC4}"/>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8AAC48C-3494-44BC-B2B9-27743382EE05}"/>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72C264BB-C4EA-40C5-B412-15F0944175BD}"/>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725CE21F-C9B4-464B-AC8E-26D82D74BC0A}"/>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102308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2026-10-19T14:03:47.0050000Z</dcterms:created>
  <dcterms:modified xsi:type="dcterms:W3CDTF">2026-10-19T14:03:47.0050000Z</dcterms:modified>
</coreProperties>
</file>